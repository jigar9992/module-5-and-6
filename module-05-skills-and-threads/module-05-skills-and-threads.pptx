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37718E"/>
          </a:solidFill>
          <a:ln w="12700">
            <a:solidFill>
              <a:srgbClr val="377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05.01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Module 05: Skills and Threads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Use a runnable parallel worktree lab to understand focused helpers, workstreams, and concurrent execution.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Module focus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Model Codex-style skills as focused helper definitions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Group skills into thread-level workstreams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Observe parallel execution without juggling real prompts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Core lab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labs/parallel-worktree simulates concurrent Codex workflows</a:t>
            </a:r>
            <a:endParaRPr lang="en-US" sz="1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5B8C85"/>
          </a:solidFill>
          <a:ln w="12700">
            <a:solidFill>
              <a:srgbClr val="5B8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05.02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Why Skills and Threads Matter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The module helps learners break large work into reusable capabilities and coordinated branches.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Skills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Small, named helper behaviors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Defined with description, parameters, and duration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Reusable across different workflows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Threads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Top-level task branches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Run independently from one another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Sequence multiple skills inside each branch</a:t>
            </a:r>
            <a:endParaRPr lang="en-US" sz="1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2B3A67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05.03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Parallel Worktree Map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The lab is intentionally small, making orchestration easy to inspect.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Key folders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skills/ contains JSON skill definitions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threads/ contains JSON thread definitions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parallel-runner.js orchestrates execution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package.json exposes npm start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Runtime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cd labs/parallel-worktree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npm start or node parallel-runner.js</a:t>
            </a:r>
            <a:endParaRPr lang="en-US" sz="1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254E70"/>
          </a:solidFill>
          <a:ln w="12700">
            <a:solidFill>
              <a:srgbClr val="25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05.04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Skill Definition Anatomy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A skill file captures enough metadata for the runner to simulate a Codex helper.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Fields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name: stable skill identifier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description: what the helper does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parameters: expected input names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durationMs: simulated execution time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Examples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UserResearch normalizes raw interview notes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SummarizeInsights creates bullet insights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FormatReport structures outputs for delivery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CleanupNotes removes duplicates and extra information</a:t>
            </a:r>
            <a:endParaRPr lang="en-US" sz="1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37718E"/>
          </a:solidFill>
          <a:ln w="12700">
            <a:solidFill>
              <a:srgbClr val="377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05.05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Thread Definition Anatomy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A thread names a workstream and lists the skills that run inside it.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Fields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name: thread identifier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description: top-level task purpose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skills: ordered skill names to execute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Examples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CustomerInsights: UserResearch, SummarizeInsights, FormatReport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QualityGate: CleanupNotes, FormatReport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ResearchSync: CleanupNotes, SummarizeInsights</a:t>
            </a:r>
            <a:endParaRPr lang="en-US" sz="1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5B8C85"/>
          </a:solidFill>
          <a:ln w="12700">
            <a:solidFill>
              <a:srgbClr val="5B8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05.06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How the Runner Works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parallel-runner.js demonstrates orchestration in a readable Node script.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Runner flow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Load all skill and thread JSON files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Build a skill map keyed by name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Launch every thread with Promise.all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Run skills sequentially inside each thread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Print a parallel execution summary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Teaching moment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Parallel branches can share reusable skills while preserving each thread's task context.</a:t>
            </a:r>
            <a:endParaRPr lang="en-US" sz="1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2B3A67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05.07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Observing Concurrency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Learners can watch overlapping work through start and completion logs.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Console evidence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Each thread logs when it launches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Each skill logs start time and elapsed time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Threads complete after their own skill sequence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The summary lists each thread and final step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Experiment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Change durationMs values and rerun to see timing shift.</a:t>
            </a:r>
            <a:endParaRPr lang="en-US" sz="1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254E70"/>
          </a:solidFill>
          <a:ln w="12700">
            <a:solidFill>
              <a:srgbClr val="25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05.08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Experimenting With Skills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Adding or removing skill files creates safe dependency lessons.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Add a skill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Create a new .json file in skills/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Include name, description, parameters, and durationMs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Reference the same name inside a thread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Remove a skill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Delete the JSON file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Rerun the lab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Use the unknown-skill error as a dependency-check discussion</a:t>
            </a:r>
            <a:endParaRPr lang="en-US" sz="1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37718E"/>
          </a:solidFill>
          <a:ln w="12700">
            <a:solidFill>
              <a:srgbClr val="377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05.09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Experimenting With Threads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Threads let learners branch work without changing the orchestration logic.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Add a thread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Create a .json file in threads/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List skill names in execution order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Rerun the lab to see another concurrent branch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Extend the lab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Write a JSON trace file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Render a console table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Duplicate a shared skill when parameters diverge</a:t>
            </a:r>
            <a:endParaRPr lang="en-US" sz="1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0" y="0"/>
            <a:ext cx="1219200" cy="6858000"/>
          </a:xfrm>
          <a:prstGeom prst="roundRect">
            <a:avLst/>
          </a:prstGeom>
          <a:solidFill>
            <a:srgbClr val="5B8C85"/>
          </a:solidFill>
          <a:ln w="12700">
            <a:solidFill>
              <a:srgbClr val="5B8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Module Label"/>
          <p:cNvSpPr txBox="1"/>
          <p:nvPr/>
        </p:nvSpPr>
        <p:spPr>
          <a:xfrm>
            <a:off x="190000" y="220000"/>
            <a:ext cx="9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/>
              </a:rPr>
              <a:t>05.10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1450000" y="48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350" b="1">
                <a:solidFill>
                  <a:srgbClr val="1F2937"/>
                </a:solidFill>
                <a:latin typeface="Aptos Display"/>
              </a:rPr>
              <a:t>Wrap-Up Deliverables</a:t>
            </a:r>
            <a:endParaRPr lang="en-US" sz="3350"/>
          </a:p>
        </p:txBody>
      </p:sp>
      <p:sp>
        <p:nvSpPr>
          <p:cNvPr id="5" name="Subtitle"/>
          <p:cNvSpPr txBox="1"/>
          <p:nvPr/>
        </p:nvSpPr>
        <p:spPr>
          <a:xfrm>
            <a:off x="1450000" y="1250000"/>
            <a:ext cx="93000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50" b="0">
                <a:solidFill>
                  <a:srgbClr val="4B5563"/>
                </a:solidFill>
                <a:latin typeface="Aptos Display"/>
              </a:rPr>
              <a:t>The module ends with a concrete explanation of how reusable helpers coordinate in parallel.</a:t>
            </a:r>
            <a:endParaRPr lang="en-US" sz="1850"/>
          </a:p>
        </p:txBody>
      </p:sp>
      <p:sp>
        <p:nvSpPr>
          <p:cNvPr id="6" name="Soft panel"/>
          <p:cNvSpPr/>
          <p:nvPr/>
        </p:nvSpPr>
        <p:spPr>
          <a:xfrm>
            <a:off x="1350000" y="197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Content 7"/>
          <p:cNvSpPr txBox="1"/>
          <p:nvPr/>
        </p:nvSpPr>
        <p:spPr>
          <a:xfrm>
            <a:off x="1650000" y="21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Learners submit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A summary of skills, threads, and runner flow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One modified or newly added skill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One modified or newly added thread</a:t>
            </a:r>
            <a:endParaRPr lang="en-US" sz="185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Console observations showing parallel execution</a:t>
            </a:r>
            <a:endParaRPr lang="en-US" sz="1850"/>
          </a:p>
        </p:txBody>
      </p:sp>
      <p:sp>
        <p:nvSpPr>
          <p:cNvPr id="8" name="Soft panel"/>
          <p:cNvSpPr/>
          <p:nvPr/>
        </p:nvSpPr>
        <p:spPr>
          <a:xfrm>
            <a:off x="1350000" y="3820000"/>
            <a:ext cx="9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9"/>
          <p:cNvSpPr txBox="1"/>
          <p:nvPr/>
        </p:nvSpPr>
        <p:spPr>
          <a:xfrm>
            <a:off x="1650000" y="400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2300" b="1">
                <a:solidFill>
                  <a:srgbClr val="254E70"/>
                </a:solidFill>
                <a:latin typeface="Aptos Display"/>
              </a:rPr>
              <a:t>Takeaway</a:t>
            </a:r>
            <a:endParaRPr lang="en-US" sz="2300"/>
          </a:p>
          <a:p>
            <a:r>
              <a:rPr lang="en-US" sz="1850">
                <a:solidFill>
                  <a:srgbClr val="24323D"/>
                </a:solidFill>
                <a:latin typeface="Aptos"/>
              </a:rPr>
              <a:t>- Strong parallel workflows depend on clear skill contracts, explicit thread definitions, and observable orchestration.</a:t>
            </a:r>
            <a:endParaRPr lang="en-US" sz="1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e 5 Theme">
  <a:themeElements>
    <a:clrScheme name="Skills">
      <a:dk1>
        <a:srgbClr val="1F2937"/>
      </a:dk1>
      <a:lt1>
        <a:srgbClr val="F5FBFA"/>
      </a:lt1>
      <a:dk2>
        <a:srgbClr val="24323D"/>
      </a:dk2>
      <a:lt2>
        <a:srgbClr val="FFFFFF"/>
      </a:lt2>
      <a:accent1>
        <a:srgbClr val="254E70"/>
      </a:accent1>
      <a:accent2>
        <a:srgbClr val="37718E"/>
      </a:accent2>
      <a:accent3>
        <a:srgbClr val="5B8C85"/>
      </a:accent3>
      <a:accent4>
        <a:srgbClr val="CDE3E8"/>
      </a:accent4>
      <a:accent5>
        <a:srgbClr val="2B3A67"/>
      </a:accent5>
      <a:accent6>
        <a:srgbClr val="B9D8D2"/>
      </a:accent6>
      <a:hlink>
        <a:srgbClr val="37718E"/>
      </a:hlink>
      <a:folHlink>
        <a:srgbClr val="2B3A67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05: Skills and Threads</dc:title>
  <dc:creator>Codex</dc:creator>
  <cp:lastModifiedBy>Codex</cp:lastModifiedBy>
  <dcterms:created xsi:type="dcterms:W3CDTF">2026-04-15T00:00:00Z</dcterms:created>
  <dcterms:modified xsi:type="dcterms:W3CDTF">2026-04-15T00:00:00Z</dcterms:modified>
</cp:coreProperties>
</file>